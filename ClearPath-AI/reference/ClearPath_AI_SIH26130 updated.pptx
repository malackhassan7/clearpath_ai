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CLEARPATH AI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Industrial Approval and Compliance Support System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– SIH 26130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Malack Mohammed Hassan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23MID0355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Leader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Saad R 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23MID0236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Atif Ahmed 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23MID0085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Faraaz Ishaque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23MID0129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457200"/>
            <a:ext cx="2468880" cy="402336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777240"/>
            <a:ext cx="731520" cy="7315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960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7772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details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0" y="2011680"/>
            <a:ext cx="731520" cy="7315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945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15200" y="2011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and checklist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0" y="3246120"/>
            <a:ext cx="731520" cy="73152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42900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32461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and deadlines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businesses often need several approvals, licences, registrations, inspections and compliance documents. The process becomes difficult because: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differ by type of industry and project.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spread across different departments.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may not know which approvals apply to them.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 can cause delays.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many applications manually is difficult.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deadlines and renewals can be missed.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097280"/>
            <a:ext cx="2926080" cy="310896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8932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motivation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16916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one clear system that helps an industry understand its requirements, prepare documents and track the approval process.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system will focus on: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53896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13258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an industrial project profile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453896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453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230368" y="1325880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potentially applicable approvals using predefined rules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39112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167128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0391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an approval and compliance checklist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039112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2167128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73168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2039112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whether required documents are available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52344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880360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6692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2752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application status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752344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73168" y="2880360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73168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2752344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deadlines and pending activities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65576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6928" y="3593592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346557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simple explanations for each requirement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3465576"/>
            <a:ext cx="402336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73168" y="3593592"/>
            <a:ext cx="347472" cy="347472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773168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230368" y="3465576"/>
            <a:ext cx="3383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potentially relevant government support schemes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436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limitation: </a:t>
            </a:r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prototype provides decision support only. Final approval authority remains with the concerned government department.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the Project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051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simplify the industrial approval process.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920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identify potentially applicable requirements based on project details.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confusion about required documents.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a centralized approval and compliance checklist.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634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105156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track application progress and deadlines.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19202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reduce errors caused by incomplete information.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663440" y="283464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634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889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provide clear reasons for why a requirement is applicable.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4663440" y="3703320"/>
            <a:ext cx="548640" cy="548640"/>
          </a:xfrm>
          <a:prstGeom prst="ellipse">
            <a:avLst/>
          </a:prstGeom>
          <a:solidFill>
            <a:srgbClr val="0B3C5D"/>
          </a:solidFill>
          <a:ln w="12700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5394960" y="36576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support easier access to relevant government schemes.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– Existing Digital Approval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approaches studied: single-window approval systems, online licence and registration services, government portals, and application tracking systems.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7432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/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Single Window System (NSWS), DPIIT, Govt. of India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online portal for investors to find and apply for approvals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is on applications; project-specific guidance may be limited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Udyam Registration Portal, Ministry of MSME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registration of micro, small and medium enterprises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one registration; other approvals are handled separately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single-window systems (e.g., Maharashtra MAITRI)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State-level approvals and facilitation through one 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and coverage differ from state to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Reform Action Plan, DPIIT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Assesses states on reforms and digitization of business regulation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assessment framework, not a tool for individual applicants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official portals and publications – nsws.gov.in, udyamregistration.gov.in, maitri.maharashtra.gov.in, dpiit.gov.in. Limitations are general observations and may change as portals are updated.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– Intelligent Compliance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23160"/>
                <a:gridCol w="2514600"/>
                <a:gridCol w="1737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decision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rules in a knowledge base (Buchanan &amp; Shortliffe, 1984)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Encoded expert knowledge can support decisions in a transparent 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need manual upkeep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Extracting requirements from regulation text (Breaux &amp; Antón, IEEE TSE, 2008)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text can be turned into structured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expert effort to interpret 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Knowledge-based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Legislation as logic rules (Sergot et al., CACM, 1986; Susskind, 1987)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rules can be represented and applied by computer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Ambiguous rules are hard to encode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processing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LayoutLM (Xu et al., KDD, 2020)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text and layout together helps understand scanned documents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training data; human check still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Petri-net workflow models (van der Aalst, 1998)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workflows can be modelled and checked formally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Modelling effort for each process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decision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research (Miller, Artificial Intelligence, 2019)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expect explanations that give clear reasons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Explanations must suit the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 details are available on request.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Survey of Existing Approaches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26517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ClearPath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identification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manual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guidance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Requirement-based checklist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in some systems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coordination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workflow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monitoring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Explanation of requirements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support discovery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/ source 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Included in prototype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388620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mainly focus on submitting and tracking applications. Our project guides the user from project details to requirements, documents, workflow and compliance tracking. Feature availability differs between systems.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Identified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84632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05156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0515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Applicants may still need to determine which requirements apply to their specific project.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484632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175564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75564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information can be distributed across different departments and services.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459736"/>
            <a:ext cx="484632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245973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245973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preparation and completeness checking can remain manual.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163824"/>
            <a:ext cx="484632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316382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16382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tracking does not always give a complete view of dependencies and deadlines.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4846320" cy="603504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386791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86791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support schemes may require separate searching.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77840" y="1051560"/>
            <a:ext cx="3108960" cy="338328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0644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1737360"/>
            <a:ext cx="2651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combines requirement identification, document guidance, workflow tracking and compliance support in one system.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Knowledge Base – Synthetic Workflow Rules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10896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601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created only for prototype testing – not actual government rules.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325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are created only for prototype demonstration and are not claimed to be complete or legally accurate.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554480"/>
                <a:gridCol w="1920240"/>
                <a:gridCol w="2103120"/>
                <a:gridCol w="1920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Factory-related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 plan, application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production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Food-related registration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Manufacturing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Applicable project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Environmental-related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eligible industry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Applicable project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authority approval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/ project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Industrial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threshold condition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Labour-related 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details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36301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structure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project conditions match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requirement is triggered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3566160"/>
            <a:ext cx="4023360" cy="114300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359359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synthetic rules?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official, machine-readable dataset of all industrial approval rules is available. These synthetic rules demonstrate how the rule engine and workflow work. In a production system, each rule will be linked to an official source and marked with verification status.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005840" cy="109728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6634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Project Details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7218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0" y="1097280"/>
            <a:ext cx="1005840" cy="1097280"/>
          </a:xfrm>
          <a:prstGeom prst="rect">
            <a:avLst/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5506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 Engine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6090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4640" y="1097280"/>
            <a:ext cx="1005840" cy="109728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3464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4378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Potential Requirements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962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097280"/>
            <a:ext cx="1005840" cy="1097280"/>
          </a:xfrm>
          <a:prstGeom prst="rect">
            <a:avLst/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02336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3250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Document Checklist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3834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2080" y="1097280"/>
            <a:ext cx="1005840" cy="109728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2122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Approval Workflow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2706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1097280"/>
            <a:ext cx="1005840" cy="1097280"/>
          </a:xfrm>
          <a:prstGeom prst="rect">
            <a:avLst/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994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Status and Deadlines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15784" y="1572768"/>
            <a:ext cx="164592" cy="201168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097280"/>
            <a:ext cx="1005840" cy="109728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589520" y="1143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141732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Explanation and Recommendations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components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2651760" cy="73152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6928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66928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246120" y="2880360"/>
            <a:ext cx="2651760" cy="73152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55848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355848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035040" y="2880360"/>
            <a:ext cx="2651760" cy="73152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144768" y="2953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44768" y="320954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57200" y="3749040"/>
            <a:ext cx="2651760" cy="731520"/>
          </a:xfrm>
          <a:prstGeom prst="rect">
            <a:avLst/>
          </a:prstGeom>
          <a:solidFill>
            <a:srgbClr val="E3F1F3"/>
          </a:solidFill>
          <a:ln w="9525">
            <a:solidFill>
              <a:srgbClr val="E3F1F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6928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66928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rules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3246120" y="3749040"/>
            <a:ext cx="2651760" cy="73152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355848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3355848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text extraction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035040" y="3749040"/>
            <a:ext cx="2651760" cy="73152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144768" y="3822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AI assistance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6144768" y="4078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and information retrieval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and workflow are the core of the prototype.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1 – Personalized Requirement Identification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10896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601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result using synthetic prototype rules – not actual government requirements.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51760" cy="246888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0574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Processing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₹12 Crore</a:t>
            </a:r>
            <a:endParaRPr lang="en-US" sz="13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 </a:t>
            </a:r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200400" y="2651760"/>
            <a:ext cx="256032" cy="219456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874520"/>
            <a:ext cx="1737360" cy="182880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Engine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060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rules matched to project details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394960" y="2651760"/>
            <a:ext cx="256032" cy="219456"/>
          </a:xfrm>
          <a:prstGeom prst="right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554480"/>
            <a:ext cx="2926080" cy="246888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9788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 Requirements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1031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B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C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Rules → Applicable Requirements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2 – Document Requirement and Pre-Validation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10896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6012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prototype output. The system does not legally verify documents.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4023360" cy="228600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Required Documents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9659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Business registration document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information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Site-related document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Application form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228600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9659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uploaded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Information detected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Document missing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Information needs review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the system helps users identify missing documents before submission.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3 – Approval Workflow Tracking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5120640" cy="310896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144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 of one application's stages.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Application Created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703320" y="13624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4F3E5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1362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74520" y="16916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830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Documents Checked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03320" y="18196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4F3E5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03320" y="1819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21488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02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240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Submitted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703320" y="22768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4F3E5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03320" y="22768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74520" y="26060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974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Under 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703320" y="27340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CEFF1"/>
          </a:solidFill>
          <a:ln w="9525">
            <a:solidFill>
              <a:srgbClr val="5B6B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03320" y="27340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874520" y="30632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1546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" y="3154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Query / Inspection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703320" y="31912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3DC"/>
          </a:solidFill>
          <a:ln w="9525">
            <a:solidFill>
              <a:srgbClr val="9A5B0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03320" y="3191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874520" y="35204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6118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Applicant Response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703320" y="36484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CEFF1"/>
          </a:solidFill>
          <a:ln w="9525">
            <a:solidFill>
              <a:srgbClr val="5B6B7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0332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874520" y="3977640"/>
            <a:ext cx="128016" cy="91440"/>
          </a:xfrm>
          <a:prstGeom prst="downArrow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069080"/>
            <a:ext cx="3108960" cy="365760"/>
          </a:xfrm>
          <a:prstGeom prst="rect">
            <a:avLst/>
          </a:prstGeom>
          <a:solidFill>
            <a:srgbClr val="EEF5F7"/>
          </a:solidFill>
          <a:ln w="9525">
            <a:solidFill>
              <a:srgbClr val="EEF5F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66928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Final Decision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703320" y="410565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ECEFF1"/>
          </a:solidFill>
          <a:ln w="9525">
            <a:solidFill>
              <a:srgbClr val="5B6B78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7033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577840" y="1325880"/>
            <a:ext cx="3108960" cy="173736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71500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labels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5715000" y="182880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– stage finished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– waiting to start or in progress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– applicant must respond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577840" y="3246120"/>
            <a:ext cx="3108960" cy="118872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715000" y="324612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the user can view the current stage instead of manually tracking multiple activities.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4 – Compliance and Deadline Monitoring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10896"/>
          </a:xfrm>
          <a:prstGeom prst="rect">
            <a:avLst/>
          </a:prstGeom>
          <a:solidFill>
            <a:srgbClr val="FFF3DC"/>
          </a:solidFill>
          <a:ln w="9525">
            <a:solidFill>
              <a:srgbClr val="FFF3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prototype values – not real company or government statistics.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08760" cy="100584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03120" y="1371600"/>
            <a:ext cx="1508760" cy="100584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0312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210312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1508760" cy="100584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4904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371600"/>
            <a:ext cx="1508760" cy="100584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9496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508760" cy="1005840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4173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Days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Deadline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06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1737360"/>
                <a:gridCol w="23774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for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Required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 to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a single view of pending work and upcoming actions.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005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approval and compliance checklist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1527048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1481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identification of potentially applicable requirements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0025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19568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document guidance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478024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2432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and workflow tracking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2907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and compliance monitoring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explanations of requirements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57200" y="3904488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3904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3858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integrating verified government information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035040" y="1005840"/>
            <a:ext cx="2651760" cy="329184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17920" y="1188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FE0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Overall outcome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164592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aims to make the industrial approval process easier to understand, organize and track.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ClearPath AI  |  SIH 26130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515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0515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synthetic rules with an evidence-linked knowledge base validated against official government sources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7373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17373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official government portals where APIs are available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4231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231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rule base to more industries and departments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089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1089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multilingual support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0515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10515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10515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document intelligence and verification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7373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166360" y="17373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delay and bottleneck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4231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166360" y="24231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more government support and incentive schemes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4023360" cy="576072"/>
          </a:xfrm>
          <a:prstGeom prst="rect">
            <a:avLst/>
          </a:prstGeom>
          <a:solidFill>
            <a:srgbClr val="EEF5F7"/>
          </a:solidFill>
          <a:ln w="9525">
            <a:solidFill>
              <a:srgbClr val="D7E4E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3108960"/>
            <a:ext cx="3657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3108960"/>
            <a:ext cx="34290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industrial cases and authorized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0B3C5D"/>
          </a:solidFill>
          <a:ln w="9525">
            <a:solidFill>
              <a:srgbClr val="0B3C5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fragmented requirements to a clear and trackable industrial approval journey.”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ClearPath AI - SIH 26130</dc:title>
  <dc:subject>PptxGenJS Presentation</dc:subject>
  <dc:creator>PptxGenJS</dc:creator>
  <cp:lastModifiedBy>PptxGenJS</cp:lastModifiedBy>
  <cp:revision>1</cp:revision>
  <dcterms:created xsi:type="dcterms:W3CDTF">2026-09-24T18:07:03Z</dcterms:created>
  <dcterms:modified xsi:type="dcterms:W3CDTF">2026-09-24T18:07:03Z</dcterms:modified>
</cp:coreProperties>
</file>